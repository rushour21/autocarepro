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8d3c3ee-55be-539b-38d4-e9e85dd1d8f0}">
          <p14:sldIdLst>
            <p14:sldId id="256"/>
          </p14:sldIdLst>
        </p14:section>
        <p14:section name="The problem" id="{570626b9-f79e-221c-969e-a5463b3c4e4d}">
          <p14:sldIdLst>
            <p14:sldId id="257"/>
          </p14:sldIdLst>
        </p14:section>
        <p14:section name="The solution" id="{3f3b1300-101d-684a-7e2e-0772133f9e82}">
          <p14:sldIdLst>
            <p14:sldId id="258"/>
          </p14:sldIdLst>
        </p14:section>
        <p14:section name="How it works" id="{2a4373f1-4e6b-09a6-7f3b-34407f3cc073}">
          <p14:sldIdLst>
            <p14:sldId id="259"/>
            <p14:sldId id="260"/>
            <p14:sldId id="261"/>
            <p14:sldId id="262"/>
            <p14:sldId id="263"/>
          </p14:sldIdLst>
        </p14:section>
        <p14:section name="Insurance" id="{02bbabd0-db45-72ee-458a-b7b02cf7e2cf}">
          <p14:sldIdLst>
            <p14:sldId id="264"/>
          </p14:sldIdLst>
        </p14:section>
        <p14:section name="Benefits" id="{c99ebbe9-a7e5-50cb-3f08-c0af5cacba14}">
          <p14:sldIdLst>
            <p14:sldId id="265"/>
          </p14:sldIdLst>
        </p14:section>
        <p14:section name="Next steps" id="{8642cc8f-eb71-03bb-d4be-82750f132bc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the next few minutes I will show how AutoHub helps a garage run jobs, customers and insurance claims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everyday problems: calls asking for status, details lost on paper and WhatsApp, insurance paperwork, and no clear picture of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AutoHub has three parts that share the same live information: one for the owner, one for technicians, one for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sees every bay and car on one live map, in 2D or 3D. Tapping a bay opens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job is created in five short steps. The car condition is marked on a diagram at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Technicians see only their jobs. They update status and request parts from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get a private link. They see live status without calling.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work is sent with photos and price. The customer approves with one tap, pays online and can leave a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insurance jobs we track documents and photos, prepare the claim pack for the surveyor, split the bill between insurer and customer, and show what each insurer owes.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result: fewer calls, faster approvals, fewer disputes and clear insurance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 is simple: a walkthrough, setup, training and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step: a short walkthrough using your own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852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AutoHub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whole workshop from one screen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customers and insurance claims in one simple system for garages.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0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4572000" cy="50292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AutoHub screen: r6_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409" y="1097280"/>
            <a:ext cx="397406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garage is harder than it should be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640080" y="1600200"/>
            <a:ext cx="530352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659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status calls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keep phoning to ask, "Is my car ready?"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6217920" y="1600200"/>
            <a:ext cx="530352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9659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get lost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information sits on paper, WhatsApp and in memory.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640080" y="3840480"/>
            <a:ext cx="530352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0120" y="4206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44119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paperwork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754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documents, surveyor delays and late payments.</a:t>
            </a:r>
            <a:endParaRPr lang="en-US" sz="1600" dirty="0"/>
          </a:p>
        </p:txBody>
      </p:sp>
      <p:sp>
        <p:nvSpPr>
          <p:cNvPr id="18" name="Problem card 4"/>
          <p:cNvSpPr/>
          <p:nvPr/>
        </p:nvSpPr>
        <p:spPr>
          <a:xfrm>
            <a:off x="6217920" y="3840480"/>
            <a:ext cx="5303520" cy="1965960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4206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44119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picture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754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cannot see which car is in which bay.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portals</a:t>
            </a:r>
            <a:endParaRPr lang="en-US" sz="3400" dirty="0"/>
          </a:p>
        </p:txBody>
      </p:sp>
      <p:sp>
        <p:nvSpPr>
          <p:cNvPr id="3" name="Portal card 1"/>
          <p:cNvSpPr/>
          <p:nvPr/>
        </p:nvSpPr>
        <p:spPr>
          <a:xfrm>
            <a:off x="640080" y="1600200"/>
            <a:ext cx="3474720" cy="365760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202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workshop live. Creates jobs, sends estimates, tracks insurance claims.</a:t>
            </a:r>
            <a:endParaRPr lang="en-US" sz="1600" dirty="0"/>
          </a:p>
        </p:txBody>
      </p:sp>
      <p:sp>
        <p:nvSpPr>
          <p:cNvPr id="8" name="Portal card 2"/>
          <p:cNvSpPr/>
          <p:nvPr/>
        </p:nvSpPr>
        <p:spPr>
          <a:xfrm>
            <a:off x="4389120" y="1600200"/>
            <a:ext cx="3474720" cy="365760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9202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their own jobs on a phone. Inspects cars, updates status, asks for parts.</a:t>
            </a:r>
            <a:endParaRPr lang="en-US" sz="1600" dirty="0"/>
          </a:p>
        </p:txBody>
      </p:sp>
      <p:sp>
        <p:nvSpPr>
          <p:cNvPr id="13" name="Portal card 3"/>
          <p:cNvSpPr/>
          <p:nvPr/>
        </p:nvSpPr>
        <p:spPr>
          <a:xfrm>
            <a:off x="8138160" y="1600200"/>
            <a:ext cx="3474720" cy="365760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03920" y="19202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1488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3657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car from a private link. Approves work and pays, with no app.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works from the same live information, so nothing is lost between people.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whole workshop, live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bay, every car and every technician on one map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 simple 2D plan and a 3D view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bay to open the job and update its status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jobs, due-today and waiting-for-approval at a glance</a:t>
            </a:r>
            <a:endParaRPr lang="en-US" sz="1800" dirty="0"/>
          </a:p>
        </p:txBody>
      </p:sp>
      <p:pic>
        <p:nvPicPr>
          <p:cNvPr id="4" name="Image 0" descr="AutoHub screen: r6_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87745"/>
            <a:ext cx="3108960" cy="3648269"/>
          </a:xfrm>
          <a:prstGeom prst="rect">
            <a:avLst/>
          </a:prstGeom>
        </p:spPr>
      </p:pic>
      <p:pic>
        <p:nvPicPr>
          <p:cNvPr id="5" name="Image 1" descr="AutoHub screen: r6_k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053318"/>
            <a:ext cx="2651760" cy="15626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5943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shown.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job takes about a minute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Vehicle: find the car or add a new one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14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choose the work and the technician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Inspection: mark damage on the car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build the quote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120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create the job</a:t>
            </a:r>
            <a:endParaRPr lang="en-US" sz="2000" dirty="0"/>
          </a:p>
        </p:txBody>
      </p:sp>
      <p:pic>
        <p:nvPicPr>
          <p:cNvPr id="18" name="Image 0" descr="AutoHub screen: r6_da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6048" y="1371600"/>
            <a:ext cx="3773103" cy="4572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223760" y="5943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of the car is recorded at drop-off. That protects you and the customer.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Technicians work from their phone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technician sees only their own jobs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status in one tap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part without walking to the counter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sees the request straight away</a:t>
            </a:r>
            <a:endParaRPr lang="en-US" sz="1800" dirty="0"/>
          </a:p>
        </p:txBody>
      </p:sp>
      <p:pic>
        <p:nvPicPr>
          <p:cNvPr id="4" name="Image 0" descr="AutoHub screen: r3_jo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499" y="1371600"/>
            <a:ext cx="3352361" cy="2377440"/>
          </a:xfrm>
          <a:prstGeom prst="rect">
            <a:avLst/>
          </a:prstGeom>
        </p:spPr>
      </p:pic>
      <p:pic>
        <p:nvPicPr>
          <p:cNvPr id="5" name="Image 1" descr="AutoHub screen: r3_ban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593" y="4023360"/>
            <a:ext cx="3860175" cy="1280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shown.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always know where their car is</a:t>
            </a:r>
            <a:endParaRPr lang="en-US" sz="3400" dirty="0"/>
          </a:p>
        </p:txBody>
      </p:sp>
      <p:pic>
        <p:nvPicPr>
          <p:cNvPr id="3" name="Image 0" descr="AutoHub screen: r6_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151" y="1371600"/>
            <a:ext cx="2887458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937760" y="173736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link for every car. No app, no login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from inspection to ready for pickup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findings from the workshop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"is it ready?" calls to your team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extra work and pay with a tap</a:t>
            </a:r>
            <a:endParaRPr lang="en-US" sz="3400" dirty="0"/>
          </a:p>
        </p:txBody>
      </p:sp>
      <p:pic>
        <p:nvPicPr>
          <p:cNvPr id="3" name="Image 0" descr="AutoHub screen: r4_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86" y="1371600"/>
            <a:ext cx="3276827" cy="4480560"/>
          </a:xfrm>
          <a:prstGeom prst="rect">
            <a:avLst/>
          </a:prstGeom>
        </p:spPr>
      </p:pic>
      <p:pic>
        <p:nvPicPr>
          <p:cNvPr id="4" name="Image 1" descr="AutoHub screen: r4_fb_st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523" y="1737360"/>
            <a:ext cx="2966394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0" y="173736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work is sent with photos and a clear price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approves from the link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 on delivery day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leave a star review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shown. Review step shown. Demo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claims, under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for documents and photos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 pack to send to the surveyor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split: what the insurer pays and what the customer pays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each insurer owes you, and for how long</a:t>
            </a:r>
            <a:endParaRPr lang="en-US" sz="1800" dirty="0"/>
          </a:p>
        </p:txBody>
      </p:sp>
      <p:pic>
        <p:nvPicPr>
          <p:cNvPr id="4" name="Image 0" descr="AutoHub screen: r5_s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8783" y="1463040"/>
            <a:ext cx="2915714" cy="2011680"/>
          </a:xfrm>
          <a:prstGeom prst="rect">
            <a:avLst/>
          </a:prstGeom>
        </p:spPr>
      </p:pic>
      <p:pic>
        <p:nvPicPr>
          <p:cNvPr id="5" name="Image 1" descr="AutoHub screen: r5_rec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497" y="1463040"/>
            <a:ext cx="2826446" cy="2011680"/>
          </a:xfrm>
          <a:prstGeom prst="rect">
            <a:avLst/>
          </a:prstGeom>
        </p:spPr>
      </p:pic>
      <p:pic>
        <p:nvPicPr>
          <p:cNvPr id="6" name="Image 2" descr="AutoHub screen: r5_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538" y="3657600"/>
            <a:ext cx="2546845" cy="24688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85216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shown.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phone calls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check status themselves.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0" y="17602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approvals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a link instead of a call.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4975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disputes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car's condition is recorded at check-in.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217920" y="32918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34975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insurance money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731520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each insurer owes you.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" y="516636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inventory and parts approval, reports, team, customer bookings, and a designer for your workshop layout.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you started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640080" y="182880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2974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Walkthrough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it using your own cars and bays.</a:t>
            </a:r>
            <a:endParaRPr lang="en-US" sz="1600" dirty="0"/>
          </a:p>
        </p:txBody>
      </p:sp>
      <p:sp>
        <p:nvSpPr>
          <p:cNvPr id="8" name="Step card 2"/>
          <p:cNvSpPr/>
          <p:nvPr/>
        </p:nvSpPr>
        <p:spPr>
          <a:xfrm>
            <a:off x="3429000" y="182880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03320" y="2103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0" y="22974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 up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703320" y="3657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bays, services and team are added.</a:t>
            </a:r>
            <a:endParaRPr lang="en-US" sz="16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82880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2103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2974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Train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657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session for staff and mechanics.</a:t>
            </a:r>
            <a:endParaRPr lang="en-US" sz="1600" dirty="0"/>
          </a:p>
        </p:txBody>
      </p:sp>
      <p:sp>
        <p:nvSpPr>
          <p:cNvPr id="18" name="Step card 4"/>
          <p:cNvSpPr/>
          <p:nvPr/>
        </p:nvSpPr>
        <p:spPr>
          <a:xfrm>
            <a:off x="9006840" y="1828800"/>
            <a:ext cx="2560320" cy="32918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81160" y="21031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470" y="22974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8116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Go live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81160" y="3657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running real jobs.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on your workshop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2062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short walkthrough. We will use your own cars, bays and team.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A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in this presentation use demo data.</a:t>
            </a:r>
            <a:endParaRPr lang="en-US" sz="1300" dirty="0"/>
          </a:p>
        </p:txBody>
      </p:sp>
      <p:pic>
        <p:nvPicPr>
          <p:cNvPr id="5" name="Image 0" descr="AutoHub screen: r5_cust_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11555"/>
            <a:ext cx="4297680" cy="4834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utoHub Pitch">
  <a:themeElements>
    <a:clrScheme name="AutoHub Pitch">
      <a:dk1>
        <a:srgbClr val="1C1D20"/>
      </a:dk1>
      <a:lt1>
        <a:srgbClr val="FFFFFF"/>
      </a:lt1>
      <a:dk2>
        <a:srgbClr val="55565A"/>
      </a:dk2>
      <a:lt2>
        <a:srgbClr val="F4F5F7"/>
      </a:lt2>
      <a:accent1>
        <a:srgbClr val="F26A2E"/>
      </a:accent1>
      <a:accent2>
        <a:srgbClr val="2F6BFF"/>
      </a:accent2>
      <a:accent3>
        <a:srgbClr val="1D9D65"/>
      </a:accent3>
      <a:accent4>
        <a:srgbClr val="7456F0"/>
      </a:accent4>
      <a:accent5>
        <a:srgbClr val="EE8A12"/>
      </a:accent5>
      <a:accent6>
        <a:srgbClr val="59616D"/>
      </a:accent6>
      <a:hlink>
        <a:srgbClr val="2F6BFF"/>
      </a:hlink>
      <a:folHlink>
        <a:srgbClr val="7456F0"/>
      </a:folHlink>
    </a:clrScheme>
    <a:fontScheme name="AutoHub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AutoHub: client presentation</dc:title>
  <dc:subject>PptxGenJS Presentation</dc:subject>
  <dc:creator>PptxGenJS</dc:creator>
  <cp:lastModifiedBy>PptxGenJS</cp:lastModifiedBy>
  <cp:revision>1</cp:revision>
  <dcterms:created xsi:type="dcterms:W3CDTF">2026-10-29T18:29:17Z</dcterms:created>
  <dcterms:modified xsi:type="dcterms:W3CDTF">2026-10-29T18:29:17Z</dcterms:modified>
</cp:coreProperties>
</file>